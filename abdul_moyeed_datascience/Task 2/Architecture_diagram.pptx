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82C86-74FC-45F3-B10D-556449A8D688}" v="50" dt="2025-10-06T01:03:08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moyeed" userId="2c9f102d792eb535" providerId="LiveId" clId="{C6A6C2A3-CE20-4F5E-A0F6-7DFEEE90CE54}"/>
    <pc:docChg chg="modSld">
      <pc:chgData name="Abdul moyeed" userId="2c9f102d792eb535" providerId="LiveId" clId="{C6A6C2A3-CE20-4F5E-A0F6-7DFEEE90CE54}" dt="2025-10-06T01:48:11.488" v="16" actId="20577"/>
      <pc:docMkLst>
        <pc:docMk/>
      </pc:docMkLst>
      <pc:sldChg chg="modSp mod">
        <pc:chgData name="Abdul moyeed" userId="2c9f102d792eb535" providerId="LiveId" clId="{C6A6C2A3-CE20-4F5E-A0F6-7DFEEE90CE54}" dt="2025-10-06T01:48:11.488" v="16" actId="20577"/>
        <pc:sldMkLst>
          <pc:docMk/>
          <pc:sldMk cId="109857222" sldId="256"/>
        </pc:sldMkLst>
        <pc:spChg chg="mod">
          <ac:chgData name="Abdul moyeed" userId="2c9f102d792eb535" providerId="LiveId" clId="{C6A6C2A3-CE20-4F5E-A0F6-7DFEEE90CE54}" dt="2025-10-06T01:48:11.488" v="16" actId="20577"/>
          <ac:spMkLst>
            <pc:docMk/>
            <pc:sldMk cId="109857222" sldId="256"/>
            <ac:spMk id="4" creationId="{84E4840C-EABB-B941-F51A-33EEDD3104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E4840C-EABB-B941-F51A-33EEDD3104BD}"/>
              </a:ext>
            </a:extLst>
          </p:cNvPr>
          <p:cNvSpPr txBox="1"/>
          <p:nvPr/>
        </p:nvSpPr>
        <p:spPr>
          <a:xfrm>
            <a:off x="742263" y="372633"/>
            <a:ext cx="11648231" cy="6894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B1C1D"/>
                </a:solidFill>
                <a:ea typeface="+mn-lt"/>
                <a:cs typeface="+mn-lt"/>
              </a:rPr>
              <a:t>                                       </a:t>
            </a:r>
            <a:r>
              <a:rPr lang="en-US" sz="2800" dirty="0">
                <a:solidFill>
                  <a:srgbClr val="1B1C1D"/>
                </a:solidFill>
                <a:ea typeface="+mn-lt"/>
                <a:cs typeface="+mn-lt"/>
              </a:rPr>
              <a:t>architecture diagram for a RAG and LLM system.</a:t>
            </a:r>
            <a:endParaRPr lang="en-US" sz="2800" dirty="0"/>
          </a:p>
          <a:p>
            <a:r>
              <a:rPr lang="en-US" sz="1100" dirty="0">
                <a:solidFill>
                  <a:srgbClr val="575B5F"/>
                </a:solidFill>
                <a:latin typeface="Consolas"/>
              </a:rPr>
              <a:t>+--------------------------+     +-----------------------+     +--------------------------+     +---------------------+
|                          |     |                       |     |                          |     |                     |
|  1. Document Ingestion   |     |  2. Indexing Pipeline |     |  3. Retrieval &amp; LLM Core |     |  4. Guardrails &amp;    |
|  &amp; Preprocessing         |     |                       |     |                          |     |     Output          |
|                          |     |                       |     |                          |     |                     |
+--------------------------+     +-----------------------+     +--------------------------+     +---------------------+
        |                                   |                             ^                              |
        | (PDFs, Docs)                      |                             |                              |
        v                                   </a:t>
            </a:r>
            <a:r>
              <a:rPr lang="en-US" sz="1100" dirty="0" err="1">
                <a:solidFill>
                  <a:srgbClr val="575B5F"/>
                </a:solidFill>
                <a:latin typeface="Consolas"/>
              </a:rPr>
              <a:t>v</a:t>
            </a:r>
            <a:r>
              <a:rPr lang="en-US" sz="1100" dirty="0">
                <a:solidFill>
                  <a:srgbClr val="575B5F"/>
                </a:solidFill>
                <a:latin typeface="Consolas"/>
              </a:rPr>
              <a:t>                             |                              v
+--------------------------+     +-----------------------+     +--------------------------+     +---------------------+
| Text Extractor           |     | Text </a:t>
            </a:r>
            <a:r>
              <a:rPr lang="en-US" sz="1100" dirty="0" err="1">
                <a:solidFill>
                  <a:srgbClr val="575B5F"/>
                </a:solidFill>
                <a:latin typeface="Consolas"/>
              </a:rPr>
              <a:t>Chunker</a:t>
            </a:r>
            <a:r>
              <a:rPr lang="en-US" sz="1100" dirty="0">
                <a:solidFill>
                  <a:srgbClr val="575B5F"/>
                </a:solidFill>
                <a:latin typeface="Consolas"/>
              </a:rPr>
              <a:t>          |     | User Query               |     | Relevance Check     |
+--------------------------+     +-----------------------+     +--------------------------+     +---------------------+
        |                                   |                             |                              |
        v                                   </a:t>
            </a:r>
            <a:r>
              <a:rPr lang="en-US" sz="1100" dirty="0" err="1">
                <a:solidFill>
                  <a:srgbClr val="575B5F"/>
                </a:solidFill>
                <a:latin typeface="Consolas"/>
              </a:rPr>
              <a:t>v</a:t>
            </a:r>
            <a:r>
              <a:rPr lang="en-US" sz="1100" dirty="0">
                <a:solidFill>
                  <a:srgbClr val="575B5F"/>
                </a:solidFill>
                <a:latin typeface="Consolas"/>
              </a:rPr>
              <a:t>                             |                              v
+--------------------------+     +-----------------------+     +--------------------------+     +---------------------+
| Text Cleaner             |     | Embedding Model       |     | Query Embedding          |     | Response Filter     |
+--------------------------+     +-----------------------+     +--------------------------+     +---------------------+
        |                                   |                             |                              |
        v                                   </a:t>
            </a:r>
            <a:r>
              <a:rPr lang="en-US" sz="1100" dirty="0" err="1">
                <a:solidFill>
                  <a:srgbClr val="575B5F"/>
                </a:solidFill>
                <a:latin typeface="Consolas"/>
              </a:rPr>
              <a:t>v</a:t>
            </a:r>
            <a:r>
              <a:rPr lang="en-US" sz="1100" dirty="0">
                <a:solidFill>
                  <a:srgbClr val="575B5F"/>
                </a:solidFill>
                <a:latin typeface="Consolas"/>
              </a:rPr>
              <a:t>                             |                              v
[Cleaned Text] --------&gt; [Text Chunks] --&gt; [Vectors] --&gt; +--------------------------+     +---------------------+
                                                          | Vector Database (FAISS)  |     | Final Answer + Source |
                                                          +--------------------------+     +---------------------+
                                                                    |   (Retrieval)             ^
                                                                    |                             |
                                                                    v                             |
                                                          +--------------------------+     +---------------------+
                                                          | Retrieved Chunks         |     | (LLM Output)        |
                                                          +--------------------------+     +---------------------+
                                                                    |                             |
                                                                    v                             |
                                                          +--------------------------+     +---------------------+
                                                          | Prompt Builder           |     | LLM (Flan-T5/Llama) |
                                                          +--------------------------+     +---------------------+
                                                                    |                             ^
                                                                    +-----------------------------+
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Abdul moyeed</cp:lastModifiedBy>
  <cp:revision>15</cp:revision>
  <dcterms:created xsi:type="dcterms:W3CDTF">2025-10-06T01:00:53Z</dcterms:created>
  <dcterms:modified xsi:type="dcterms:W3CDTF">2025-10-06T01:48:15Z</dcterms:modified>
</cp:coreProperties>
</file>